
<file path=[Content_Types].xml><?xml version="1.0" encoding="utf-8"?>
<Types xmlns="http://schemas.openxmlformats.org/package/2006/content-types">
  <Default Extension="fntdata" ContentType="application/x-fontdata"/>
  <Default Extension="glb" ContentType="model/gltf.binary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60" r:id="rId4"/>
    <p:sldId id="262" r:id="rId5"/>
    <p:sldId id="257" r:id="rId6"/>
    <p:sldId id="263" r:id="rId7"/>
    <p:sldId id="264" r:id="rId8"/>
    <p:sldId id="267" r:id="rId9"/>
    <p:sldId id="268" r:id="rId10"/>
    <p:sldId id="265" r:id="rId11"/>
  </p:sldIdLst>
  <p:sldSz cx="9144000" cy="5143500" type="screen16x9"/>
  <p:notesSz cx="5143500" cy="9144000"/>
  <p:embeddedFontLst>
    <p:embeddedFont>
      <p:font typeface="PT Mono" panose="02060509020205020204" pitchFamily="49" charset="0"/>
      <p:regular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ml5qiCSj3k9PFfL3kPWsBeWI5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5192DA-1D1D-4671-8FF2-E2AA36446289}" v="21" dt="2026-03-27T22:13:50.8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3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1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" name="Google Shape;34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" name="Google Shape;81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Купувачите търсят качество, но нямат лесен начин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да открият стопанства близо до тях.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Липсата на директна връзка принуждава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производителите да разчитат на прекупвачи,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bg-BG" altLang="bg-BG" sz="12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което изсмуква печалбите им и изкуствено оскъпява продуктите.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bg-BG" altLang="bg-BG" sz="1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6382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DC32A69C-A7C1-2C7E-2B63-AFD83FB64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9:notes">
            <a:extLst>
              <a:ext uri="{FF2B5EF4-FFF2-40B4-BE49-F238E27FC236}">
                <a16:creationId xmlns:a16="http://schemas.microsoft.com/office/drawing/2014/main" id="{50AE3366-98B9-0DAB-7819-D2821E603F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9:notes">
            <a:extLst>
              <a:ext uri="{FF2B5EF4-FFF2-40B4-BE49-F238E27FC236}">
                <a16:creationId xmlns:a16="http://schemas.microsoft.com/office/drawing/2014/main" id="{875EE2F0-F1B8-894D-852C-82E8B5C8B3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9:notes">
            <a:extLst>
              <a:ext uri="{FF2B5EF4-FFF2-40B4-BE49-F238E27FC236}">
                <a16:creationId xmlns:a16="http://schemas.microsoft.com/office/drawing/2014/main" id="{4716880F-0816-624E-32B3-BAA66323AF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76096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1.glb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2250" y="65314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321019" y="2571750"/>
            <a:ext cx="5556437" cy="5556437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1743074" y="2080532"/>
            <a:ext cx="56578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5714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250" dirty="0" err="1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NaturaLinka</a:t>
            </a:r>
            <a:endParaRPr sz="525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2628899" y="2637064"/>
            <a:ext cx="3886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T Mono"/>
              <a:buNone/>
            </a:pP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8в</a:t>
            </a:r>
            <a:r>
              <a:rPr lang="en-GB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 </a:t>
            </a:r>
            <a:r>
              <a:rPr lang="bg-BG" sz="3600" dirty="0">
                <a:solidFill>
                  <a:srgbClr val="FFFFFF"/>
                </a:solidFill>
                <a:latin typeface="PT Mono"/>
                <a:ea typeface="Calibri"/>
                <a:cs typeface="Calibri"/>
                <a:sym typeface="PT Mono"/>
              </a:rPr>
              <a:t>елит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3543300" y="3714750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0" y="4528148"/>
            <a:ext cx="1881178" cy="19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 descr="A green circle with lines and circl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76058" y="-2998735"/>
            <a:ext cx="6720928" cy="6442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750">
        <p:fade thruBlk="1"/>
      </p:transition>
    </mc:Choice>
    <mc:Fallback>
      <p:transition spd="slow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3" descr="A yellow circle on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86326" y="-6883855"/>
            <a:ext cx="14460770" cy="1446077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3"/>
          <p:cNvSpPr/>
          <p:nvPr/>
        </p:nvSpPr>
        <p:spPr>
          <a:xfrm>
            <a:off x="5829300" y="2147888"/>
            <a:ext cx="5100638" cy="5100638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97586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44452" y="2018076"/>
            <a:ext cx="3548063" cy="3367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3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544185" y="2937239"/>
            <a:ext cx="2048330" cy="1776412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3"/>
          <p:cNvSpPr/>
          <p:nvPr/>
        </p:nvSpPr>
        <p:spPr>
          <a:xfrm>
            <a:off x="640554" y="40358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Цел</a:t>
            </a:r>
            <a:r>
              <a:rPr lang="bg-BG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и</a:t>
            </a:r>
            <a:r>
              <a:rPr lang="en-US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на</a:t>
            </a:r>
            <a:r>
              <a:rPr lang="en-US" sz="4000" dirty="0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+mn-lt"/>
                <a:ea typeface="PT Mono"/>
                <a:cs typeface="PT Mono"/>
                <a:sym typeface="PT Mono"/>
              </a:rPr>
              <a:t>проекта</a:t>
            </a:r>
            <a:endParaRPr sz="4000" dirty="0">
              <a:solidFill>
                <a:schemeClr val="dk1"/>
              </a:solidFill>
              <a:latin typeface="+mn-lt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2596530" y="1756162"/>
            <a:ext cx="3950937" cy="1631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bg-BG" sz="2000" dirty="0">
                <a:solidFill>
                  <a:schemeClr val="bg1"/>
                </a:solidFill>
                <a:latin typeface="+mn-lt"/>
                <a:sym typeface="PT Mono"/>
              </a:rPr>
              <a:t>1.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По-голяма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свързаност</a:t>
            </a:r>
            <a:r>
              <a:rPr lang="ru-RU" sz="2000" dirty="0">
                <a:solidFill>
                  <a:schemeClr val="bg1"/>
                </a:solidFill>
                <a:latin typeface="+mn-lt"/>
              </a:rPr>
              <a:t> между производители 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 </a:t>
            </a:r>
            <a:r>
              <a:rPr lang="ru-RU" sz="2000" dirty="0" err="1">
                <a:solidFill>
                  <a:schemeClr val="bg1"/>
                </a:solidFill>
                <a:latin typeface="+mn-lt"/>
              </a:rPr>
              <a:t>купувачи</a:t>
            </a:r>
            <a:r>
              <a:rPr lang="en-GB" sz="2000" dirty="0">
                <a:solidFill>
                  <a:schemeClr val="bg1"/>
                </a:solidFill>
                <a:latin typeface="+mn-lt"/>
              </a:rPr>
              <a:t>.</a:t>
            </a:r>
          </a:p>
          <a:p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  <a:p>
            <a:r>
              <a:rPr lang="bg-BG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2. Стимулиране на местната икономика</a:t>
            </a:r>
            <a:r>
              <a:rPr lang="en-GB" sz="2000" dirty="0">
                <a:solidFill>
                  <a:schemeClr val="bg1"/>
                </a:solidFill>
                <a:latin typeface="+mn-lt"/>
                <a:ea typeface="PT Mono"/>
                <a:cs typeface="PT Mono"/>
                <a:sym typeface="PT Mono"/>
              </a:rPr>
              <a:t>.</a:t>
            </a:r>
            <a:endParaRPr lang="en-US" sz="2000" dirty="0">
              <a:solidFill>
                <a:schemeClr val="bg1"/>
              </a:solidFill>
              <a:latin typeface="+mn-lt"/>
              <a:ea typeface="PT Mono"/>
              <a:cs typeface="PT Mono"/>
              <a:sym typeface="PT Mono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5"/>
          <p:cNvSpPr/>
          <p:nvPr/>
        </p:nvSpPr>
        <p:spPr>
          <a:xfrm>
            <a:off x="640556" y="502116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Как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работи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проектът</a:t>
            </a:r>
            <a:endParaRPr sz="4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5" descr="A green circle with a black background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656057" y="2840477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5" descr="A circular logo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69531" y="107385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1924493" y="1861482"/>
            <a:ext cx="52950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 err="1">
                <a:solidFill>
                  <a:schemeClr val="bg1"/>
                </a:solidFill>
              </a:rPr>
              <a:t>Качване</a:t>
            </a:r>
            <a:r>
              <a:rPr lang="ru-RU" sz="2000" dirty="0">
                <a:solidFill>
                  <a:schemeClr val="bg1"/>
                </a:solidFill>
              </a:rPr>
              <a:t> на </a:t>
            </a:r>
            <a:r>
              <a:rPr lang="ru-RU" sz="2000" dirty="0" err="1">
                <a:solidFill>
                  <a:schemeClr val="bg1"/>
                </a:solidFill>
              </a:rPr>
              <a:t>обяви</a:t>
            </a:r>
            <a:r>
              <a:rPr lang="ru-RU" sz="2000" dirty="0">
                <a:solidFill>
                  <a:schemeClr val="bg1"/>
                </a:solidFill>
              </a:rPr>
              <a:t> с цени, </a:t>
            </a:r>
            <a:r>
              <a:rPr lang="ru-RU" sz="2000" dirty="0" err="1">
                <a:solidFill>
                  <a:schemeClr val="bg1"/>
                </a:solidFill>
              </a:rPr>
              <a:t>продукти</a:t>
            </a:r>
            <a:r>
              <a:rPr lang="ru-RU" sz="2000" dirty="0">
                <a:solidFill>
                  <a:schemeClr val="bg1"/>
                </a:solidFill>
              </a:rPr>
              <a:t> и локации, </a:t>
            </a:r>
            <a:r>
              <a:rPr lang="ru-RU" sz="2000" dirty="0" err="1">
                <a:solidFill>
                  <a:schemeClr val="bg1"/>
                </a:solidFill>
              </a:rPr>
              <a:t>както</a:t>
            </a:r>
            <a:r>
              <a:rPr lang="ru-RU" sz="2000" dirty="0">
                <a:solidFill>
                  <a:schemeClr val="bg1"/>
                </a:solidFill>
              </a:rPr>
              <a:t> и </a:t>
            </a:r>
            <a:r>
              <a:rPr lang="ru-RU" sz="2000" dirty="0" err="1">
                <a:solidFill>
                  <a:schemeClr val="bg1"/>
                </a:solidFill>
              </a:rPr>
              <a:t>търсене</a:t>
            </a:r>
            <a:r>
              <a:rPr lang="ru-RU" sz="2000" dirty="0">
                <a:solidFill>
                  <a:schemeClr val="bg1"/>
                </a:solidFill>
              </a:rPr>
              <a:t> с </a:t>
            </a:r>
            <a:r>
              <a:rPr lang="ru-RU" sz="2000" dirty="0" err="1">
                <a:solidFill>
                  <a:schemeClr val="bg1"/>
                </a:solidFill>
              </a:rPr>
              <a:t>филтри</a:t>
            </a:r>
            <a:r>
              <a:rPr lang="ru-RU" sz="2000" dirty="0">
                <a:solidFill>
                  <a:schemeClr val="bg1"/>
                </a:solidFill>
              </a:rPr>
              <a:t> за вид продукт, цена и локация.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7" descr="A black circle with yellow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428486" y="2496639"/>
            <a:ext cx="6686550" cy="668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" descr="A screen shot of a clock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71607" y="-329453"/>
            <a:ext cx="4133896" cy="650132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7"/>
          <p:cNvSpPr/>
          <p:nvPr/>
        </p:nvSpPr>
        <p:spPr>
          <a:xfrm>
            <a:off x="594836" y="540068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Използвани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технологии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640212" y="2169907"/>
            <a:ext cx="636890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Backend – Python</a:t>
            </a:r>
            <a:r>
              <a:rPr lang="bg-BG" sz="2000" dirty="0">
                <a:solidFill>
                  <a:schemeClr val="bg1"/>
                </a:solidFill>
              </a:rPr>
              <a:t> и</a:t>
            </a:r>
            <a:r>
              <a:rPr lang="en-US" sz="2000" dirty="0">
                <a:solidFill>
                  <a:schemeClr val="bg1"/>
                </a:solidFill>
              </a:rPr>
              <a:t> Flask;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Database – MongoDB</a:t>
            </a:r>
            <a:r>
              <a:rPr lang="en-GB" sz="2000" dirty="0">
                <a:solidFill>
                  <a:schemeClr val="bg1"/>
                </a:solidFill>
              </a:rPr>
              <a:t>;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Frontend - </a:t>
            </a:r>
            <a:r>
              <a:rPr lang="en-US" sz="2000" dirty="0">
                <a:solidFill>
                  <a:schemeClr val="bg1"/>
                </a:solidFill>
              </a:rPr>
              <a:t>Vue.js </a:t>
            </a:r>
            <a:r>
              <a:rPr lang="bg-BG" sz="2000" dirty="0">
                <a:solidFill>
                  <a:schemeClr val="bg1"/>
                </a:solidFill>
              </a:rPr>
              <a:t>и </a:t>
            </a:r>
            <a:r>
              <a:rPr lang="en-US" sz="2000" dirty="0">
                <a:solidFill>
                  <a:schemeClr val="bg1"/>
                </a:solidFill>
              </a:rPr>
              <a:t>Tailwind CSS;</a:t>
            </a: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2" descr="A green circle with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109741" y="-1475815"/>
            <a:ext cx="4066523" cy="404756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" y="-16772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35280" y="3878212"/>
            <a:ext cx="2239782" cy="2195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39526" y="0"/>
            <a:ext cx="233838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10313" y="1683027"/>
            <a:ext cx="2828925" cy="33766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871538" y="426244"/>
            <a:ext cx="76404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4500"/>
            </a:pPr>
            <a:r>
              <a:rPr lang="az-Cyrl-AZ" sz="4000" dirty="0">
                <a:solidFill>
                  <a:schemeClr val="bg1"/>
                </a:solidFill>
              </a:rPr>
              <a:t>Проблеми за решаване</a:t>
            </a:r>
            <a:endParaRPr sz="40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9EBB247-B33A-3E16-4691-9C2864EAD4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8720" y="1970434"/>
            <a:ext cx="7082388" cy="21852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1. Липса на свързаност и директна връзка между клиенти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и производители.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bg-BG" altLang="bg-BG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bg-BG" altLang="bg-BG" sz="2000" dirty="0">
                <a:solidFill>
                  <a:schemeClr val="bg1"/>
                </a:solidFill>
                <a:latin typeface="Arial" panose="020B0604020202020204" pitchFamily="34" charset="0"/>
              </a:rPr>
              <a:t>2. Разчитане на прекупвачи, вместо на производители.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bg-BG" altLang="bg-BG" sz="20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bg-BG" altLang="bg-BG" sz="1800" dirty="0">
              <a:solidFill>
                <a:schemeClr val="bg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bg-BG" altLang="bg-BG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6272213" y="3495675"/>
            <a:ext cx="3309938" cy="3309938"/>
          </a:xfrm>
          <a:prstGeom prst="ellipse">
            <a:avLst/>
          </a:prstGeom>
          <a:solidFill>
            <a:srgbClr val="FFB803">
              <a:alpha val="69803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6213" y="4763"/>
            <a:ext cx="2033588" cy="50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8"/>
          <p:cNvSpPr/>
          <p:nvPr/>
        </p:nvSpPr>
        <p:spPr>
          <a:xfrm>
            <a:off x="640556" y="536831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Процес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на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работа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8" descr="A green circ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37627" y="3582619"/>
            <a:ext cx="51435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2954689" y="2166287"/>
            <a:ext cx="66350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1. </a:t>
            </a:r>
            <a:r>
              <a:rPr lang="ru-RU" sz="2400" dirty="0" err="1">
                <a:solidFill>
                  <a:schemeClr val="bg1"/>
                </a:solidFill>
              </a:rPr>
              <a:t>Генеране</a:t>
            </a:r>
            <a:r>
              <a:rPr lang="ru-RU" sz="2400" dirty="0">
                <a:solidFill>
                  <a:schemeClr val="bg1"/>
                </a:solidFill>
              </a:rPr>
              <a:t> на идеи</a:t>
            </a:r>
          </a:p>
          <a:p>
            <a:r>
              <a:rPr lang="ru-RU" sz="2400" dirty="0">
                <a:solidFill>
                  <a:schemeClr val="bg1"/>
                </a:solidFill>
              </a:rPr>
              <a:t>2. </a:t>
            </a:r>
            <a:r>
              <a:rPr lang="ru-RU" sz="2400" dirty="0" err="1">
                <a:solidFill>
                  <a:schemeClr val="bg1"/>
                </a:solidFill>
              </a:rPr>
              <a:t>Проучване</a:t>
            </a:r>
            <a:endParaRPr lang="ru-RU" sz="2400" dirty="0">
              <a:solidFill>
                <a:schemeClr val="bg1"/>
              </a:solidFill>
            </a:endParaRPr>
          </a:p>
          <a:p>
            <a:r>
              <a:rPr lang="ru-RU" sz="2400" dirty="0">
                <a:solidFill>
                  <a:schemeClr val="bg1"/>
                </a:solidFill>
              </a:rPr>
              <a:t>3. Разработка</a:t>
            </a:r>
          </a:p>
          <a:p>
            <a:r>
              <a:rPr lang="ru-RU" sz="2400" dirty="0">
                <a:solidFill>
                  <a:schemeClr val="bg1"/>
                </a:solidFill>
              </a:rPr>
              <a:t>4.  </a:t>
            </a:r>
            <a:r>
              <a:rPr lang="ru-RU" sz="2400" dirty="0" err="1">
                <a:solidFill>
                  <a:schemeClr val="bg1"/>
                </a:solidFill>
              </a:rPr>
              <a:t>Тестване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12" name="Google Shape;138;p1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87051" y="3389427"/>
            <a:ext cx="2997316" cy="1983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007" y="3255168"/>
            <a:ext cx="2724150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0"/>
            <a:ext cx="2809875" cy="4895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640556" y="223361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T Mono"/>
              <a:buNone/>
            </a:pPr>
            <a:r>
              <a:rPr lang="bg-BG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Н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ашето</a:t>
            </a:r>
            <a:r>
              <a:rPr lang="en-US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4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преживяване</a:t>
            </a:r>
            <a:r>
              <a:rPr lang="bg-BG" sz="4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като екип</a:t>
            </a:r>
            <a:endParaRPr sz="4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87060" y="2824163"/>
            <a:ext cx="51435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37;p1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29166" y="3018184"/>
            <a:ext cx="2090518" cy="21918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9" descr="A black and gold circle with black line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459664" y="-1655361"/>
            <a:ext cx="8864569" cy="886456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12409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/>
          <p:cNvSpPr/>
          <p:nvPr/>
        </p:nvSpPr>
        <p:spPr>
          <a:xfrm>
            <a:off x="640556" y="590550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bg-BG" sz="4000" dirty="0">
                <a:solidFill>
                  <a:srgbClr val="FFFFFF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П</a:t>
            </a:r>
            <a:r>
              <a:rPr lang="en-US" sz="4000" dirty="0" err="1">
                <a:solidFill>
                  <a:srgbClr val="FFFFFF"/>
                </a:solidFill>
                <a:latin typeface="PT Mono" panose="020B0604020202020204" charset="0"/>
                <a:ea typeface="PT Mono"/>
                <a:cs typeface="PT Mono"/>
                <a:sym typeface="PT Mono"/>
              </a:rPr>
              <a:t>реживяване</a:t>
            </a:r>
            <a:endParaRPr sz="4000" dirty="0">
              <a:solidFill>
                <a:schemeClr val="dk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146;p11" descr="preencoded.png">
            <a:extLst>
              <a:ext uri="{FF2B5EF4-FFF2-40B4-BE49-F238E27FC236}">
                <a16:creationId xmlns:a16="http://schemas.microsoft.com/office/drawing/2014/main" id="{816CBF65-3C6C-0653-800E-30F400C084F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57077" y="1743460"/>
            <a:ext cx="1023938" cy="20669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2085397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105">
          <a:extLst>
            <a:ext uri="{FF2B5EF4-FFF2-40B4-BE49-F238E27FC236}">
              <a16:creationId xmlns:a16="http://schemas.microsoft.com/office/drawing/2014/main" id="{B93021DD-DE50-BBC7-1176-B470A06B7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9" descr="A black and gold circle with black lines&#10;&#10;Description automatically generated">
            <a:extLst>
              <a:ext uri="{FF2B5EF4-FFF2-40B4-BE49-F238E27FC236}">
                <a16:creationId xmlns:a16="http://schemas.microsoft.com/office/drawing/2014/main" id="{FBD6B0D4-2AE2-7F0C-A551-252900DE11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811723" y="-1334930"/>
            <a:ext cx="8864569" cy="886456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9">
            <a:extLst>
              <a:ext uri="{FF2B5EF4-FFF2-40B4-BE49-F238E27FC236}">
                <a16:creationId xmlns:a16="http://schemas.microsoft.com/office/drawing/2014/main" id="{B0B7F720-E70D-0BDD-3B44-C56647E73264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9" descr="preencoded.png">
            <a:extLst>
              <a:ext uri="{FF2B5EF4-FFF2-40B4-BE49-F238E27FC236}">
                <a16:creationId xmlns:a16="http://schemas.microsoft.com/office/drawing/2014/main" id="{2ED2E951-064A-9AC4-A5E2-542693CA22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2271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9">
            <a:extLst>
              <a:ext uri="{FF2B5EF4-FFF2-40B4-BE49-F238E27FC236}">
                <a16:creationId xmlns:a16="http://schemas.microsoft.com/office/drawing/2014/main" id="{A538F5C1-DE7F-07E5-5D3A-016C2628505F}"/>
              </a:ext>
            </a:extLst>
          </p:cNvPr>
          <p:cNvSpPr/>
          <p:nvPr/>
        </p:nvSpPr>
        <p:spPr>
          <a:xfrm>
            <a:off x="640556" y="551962"/>
            <a:ext cx="7862888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75000"/>
              </a:lnSpc>
              <a:buClr>
                <a:srgbClr val="FFFFFF"/>
              </a:buClr>
              <a:buSzPts val="4500"/>
            </a:pPr>
            <a:r>
              <a:rPr lang="bg-BG" sz="4000" dirty="0">
                <a:solidFill>
                  <a:schemeClr val="bg1"/>
                </a:solidFill>
                <a:latin typeface="PT Mono" panose="020B0604020202020204" charset="0"/>
                <a:ea typeface="Calibri"/>
                <a:cs typeface="Calibri"/>
                <a:sym typeface="Calibri"/>
              </a:rPr>
              <a:t>Екип</a:t>
            </a:r>
            <a:endParaRPr sz="4000" dirty="0">
              <a:solidFill>
                <a:schemeClr val="bg1"/>
              </a:solidFill>
              <a:latin typeface="PT Mono" panose="020B0604020202020204" charset="0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>
            <a:extLst>
              <a:ext uri="{FF2B5EF4-FFF2-40B4-BE49-F238E27FC236}">
                <a16:creationId xmlns:a16="http://schemas.microsoft.com/office/drawing/2014/main" id="{77FFA7E8-0A12-89BC-9146-D4891DC9D532}"/>
              </a:ext>
            </a:extLst>
          </p:cNvPr>
          <p:cNvSpPr/>
          <p:nvPr/>
        </p:nvSpPr>
        <p:spPr>
          <a:xfrm>
            <a:off x="745718" y="1019175"/>
            <a:ext cx="6633277" cy="125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lnSpc>
                <a:spcPct val="140625"/>
              </a:lnSpc>
              <a:buClr>
                <a:srgbClr val="FFFFFF"/>
              </a:buClr>
              <a:buSzPts val="2400"/>
            </a:pP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Google Shape;147;p11" descr="preencoded.png">
            <a:extLst>
              <a:ext uri="{FF2B5EF4-FFF2-40B4-BE49-F238E27FC236}">
                <a16:creationId xmlns:a16="http://schemas.microsoft.com/office/drawing/2014/main" id="{E931A286-FF47-5A6F-593F-A74C8C5DCA3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08120" y="3685743"/>
            <a:ext cx="1587572" cy="14191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8251420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0" descr="A circular object with a black backgroun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21475" y="428319"/>
            <a:ext cx="10786950" cy="107869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0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0"/>
          <p:cNvSpPr/>
          <p:nvPr/>
        </p:nvSpPr>
        <p:spPr>
          <a:xfrm>
            <a:off x="752593" y="483067"/>
            <a:ext cx="7862888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82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PT Mono"/>
              <a:buNone/>
            </a:pP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Благодарим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ви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за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 </a:t>
            </a:r>
            <a:r>
              <a:rPr lang="en-US" sz="5000" dirty="0" err="1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вниманието</a:t>
            </a:r>
            <a:r>
              <a:rPr lang="en-US" sz="5000" dirty="0">
                <a:solidFill>
                  <a:srgbClr val="FFFFFF"/>
                </a:solidFill>
                <a:latin typeface="PT Mono"/>
                <a:ea typeface="PT Mono"/>
                <a:cs typeface="PT Mono"/>
                <a:sym typeface="PT Mono"/>
              </a:rPr>
              <a:t>!</a:t>
            </a:r>
            <a:endParaRPr sz="5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0"/>
          <p:cNvSpPr/>
          <p:nvPr/>
        </p:nvSpPr>
        <p:spPr>
          <a:xfrm>
            <a:off x="3543300" y="3933825"/>
            <a:ext cx="2519363" cy="947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46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1411" y="4515528"/>
            <a:ext cx="1881178" cy="19965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 descr="Smiling Face With Sunglasses Emoji">
                <a:extLst>
                  <a:ext uri="{FF2B5EF4-FFF2-40B4-BE49-F238E27FC236}">
                    <a16:creationId xmlns:a16="http://schemas.microsoft.com/office/drawing/2014/main" id="{A28314BB-967D-5BC8-02F8-A2A01A477B3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16891462"/>
                  </p:ext>
                </p:extLst>
              </p:nvPr>
            </p:nvGraphicFramePr>
            <p:xfrm>
              <a:off x="3411242" y="1867050"/>
              <a:ext cx="2321513" cy="2225284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2321513" cy="2225284"/>
                    </a:xfrm>
                    <a:prstGeom prst="rect">
                      <a:avLst/>
                    </a:prstGeom>
                  </am3d:spPr>
                  <am3d:camera>
                    <am3d:pos x="0" y="0" z="7833415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8884" d="1000000"/>
                    <am3d:preTrans dx="1832" dy="-16799170" dz="-1200816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407768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 descr="Smiling Face With Sunglasses Emoji">
                <a:extLst>
                  <a:ext uri="{FF2B5EF4-FFF2-40B4-BE49-F238E27FC236}">
                    <a16:creationId xmlns:a16="http://schemas.microsoft.com/office/drawing/2014/main" id="{A28314BB-967D-5BC8-02F8-A2A01A477B3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411242" y="1867050"/>
                <a:ext cx="2321513" cy="222528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9" presetClass="emph" presetSubtype="5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0.0012"/>
                                          </p:val>
                                        </p:tav>
                                        <p:tav tm="2250">
                                          <p:val>
                                            <p:fltVal val="0.0098"/>
                                          </p:val>
                                        </p:tav>
                                        <p:tav tm="3370">
                                          <p:val>
                                            <p:fltVal val="0.033"/>
                                          </p:val>
                                        </p:tav>
                                        <p:tav tm="4490">
                                          <p:val>
                                            <p:fltVal val="0.0789"/>
                                          </p:val>
                                        </p:tav>
                                        <p:tav tm="5620">
                                          <p:val>
                                            <p:fltVal val="0.1548"/>
                                          </p:val>
                                        </p:tav>
                                        <p:tav tm="6740">
                                          <p:val>
                                            <p:fltVal val="0.267"/>
                                          </p:val>
                                        </p:tav>
                                        <p:tav tm="7870">
                                          <p:val>
                                            <p:fltVal val="0.4235"/>
                                          </p:val>
                                        </p:tav>
                                        <p:tav tm="8990">
                                          <p:val>
                                            <p:fltVal val="0.6337"/>
                                          </p:val>
                                        </p:tav>
                                        <p:tav tm="10110">
                                          <p:val>
                                            <p:fltVal val="0.9013"/>
                                          </p:val>
                                        </p:tav>
                                        <p:tav tm="11240">
                                          <p:val>
                                            <p:fltVal val="1.2353"/>
                                          </p:val>
                                        </p:tav>
                                        <p:tav tm="12360">
                                          <p:val>
                                            <p:fltVal val="1.647"/>
                                          </p:val>
                                        </p:tav>
                                        <p:tav tm="13480">
                                          <p:val>
                                            <p:fltVal val="2.0869"/>
                                          </p:val>
                                        </p:tav>
                                        <p:tav tm="14610">
                                          <p:val>
                                            <p:fltVal val="2.4538"/>
                                          </p:val>
                                        </p:tav>
                                        <p:tav tm="15730">
                                          <p:val>
                                            <p:fltVal val="2.7534"/>
                                          </p:val>
                                        </p:tav>
                                        <p:tav tm="16850">
                                          <p:val>
                                            <p:fltVal val="2.9876"/>
                                          </p:val>
                                        </p:tav>
                                        <p:tav tm="17980">
                                          <p:val>
                                            <p:fltVal val="3.1669"/>
                                          </p:val>
                                        </p:tav>
                                        <p:tav tm="19100">
                                          <p:val>
                                            <p:fltVal val="3.2996"/>
                                          </p:val>
                                        </p:tav>
                                        <p:tav tm="20220">
                                          <p:val>
                                            <p:fltVal val="3.3906"/>
                                          </p:val>
                                        </p:tav>
                                        <p:tav tm="21350">
                                          <p:val>
                                            <p:fltVal val="3.4488"/>
                                          </p:val>
                                        </p:tav>
                                        <p:tav tm="22470">
                                          <p:val>
                                            <p:fltVal val="3.4815"/>
                                          </p:val>
                                        </p:tav>
                                        <p:tav tm="23600">
                                          <p:val>
                                            <p:fltVal val="3.4961"/>
                                          </p:val>
                                        </p:tav>
                                        <p:tav tm="24720">
                                          <p:val>
                                            <p:fltVal val="3.4998"/>
                                          </p:val>
                                        </p:tav>
                                        <p:tav tm="25840">
                                          <p:val>
                                            <p:fltVal val="3.0301"/>
                                          </p:val>
                                        </p:tav>
                                        <p:tav tm="26970">
                                          <p:val>
                                            <p:fltVal val="0.9661"/>
                                          </p:val>
                                        </p:tav>
                                        <p:tav tm="28090">
                                          <p:val>
                                            <p:fltVal val="-2.1525"/>
                                          </p:val>
                                        </p:tav>
                                        <p:tav tm="29210">
                                          <p:val>
                                            <p:fltVal val="-6.1215"/>
                                          </p:val>
                                        </p:tav>
                                        <p:tav tm="30340">
                                          <p:val>
                                            <p:fltVal val="-10.8322"/>
                                          </p:val>
                                        </p:tav>
                                        <p:tav tm="31460">
                                          <p:val>
                                            <p:fltVal val="-16.2132"/>
                                          </p:val>
                                        </p:tav>
                                        <p:tav tm="32580">
                                          <p:val>
                                            <p:fltVal val="-22.2128"/>
                                          </p:val>
                                        </p:tav>
                                        <p:tav tm="33710">
                                          <p:val>
                                            <p:fltVal val="-28.7297"/>
                                          </p:val>
                                        </p:tav>
                                        <p:tav tm="34830">
                                          <p:val>
                                            <p:fltVal val="-35.8493"/>
                                          </p:val>
                                        </p:tav>
                                        <p:tav tm="35960">
                                          <p:val>
                                            <p:fltVal val="-43.4888"/>
                                          </p:val>
                                        </p:tav>
                                        <p:tav tm="37080">
                                          <p:val>
                                            <p:fltVal val="-51.6257"/>
                                          </p:val>
                                        </p:tav>
                                        <p:tav tm="38200">
                                          <p:val>
                                            <p:fltVal val="-60.2402"/>
                                          </p:val>
                                        </p:tav>
                                        <p:tav tm="39330">
                                          <p:val>
                                            <p:fltVal val="-69.3155"/>
                                          </p:val>
                                        </p:tav>
                                        <p:tav tm="40450">
                                          <p:val>
                                            <p:fltVal val="-78.8364"/>
                                          </p:val>
                                        </p:tav>
                                        <p:tav tm="41570">
                                          <p:val>
                                            <p:fltVal val="-88.6987"/>
                                          </p:val>
                                        </p:tav>
                                        <p:tav tm="42700">
                                          <p:val>
                                            <p:fltVal val="-99.0679"/>
                                          </p:val>
                                        </p:tav>
                                        <p:tav tm="43820">
                                          <p:val>
                                            <p:fltVal val="-109.8461"/>
                                          </p:val>
                                        </p:tav>
                                        <p:tav tm="44940">
                                          <p:val>
                                            <p:fltVal val="-121.0232"/>
                                          </p:val>
                                        </p:tav>
                                        <p:tav tm="46070">
                                          <p:val>
                                            <p:fltVal val="-132.5899"/>
                                          </p:val>
                                        </p:tav>
                                        <p:tav tm="47190">
                                          <p:val>
                                            <p:fltVal val="-144.5376"/>
                                          </p:val>
                                        </p:tav>
                                        <p:tav tm="48310">
                                          <p:val>
                                            <p:fltVal val="-156.85851"/>
                                          </p:val>
                                        </p:tav>
                                        <p:tav tm="49440">
                                          <p:val>
                                            <p:fltVal val="-169.43021"/>
                                          </p:val>
                                        </p:tav>
                                        <p:tav tm="50560">
                                          <p:val>
                                            <p:fltVal val="-182.34309"/>
                                          </p:val>
                                        </p:tav>
                                        <p:tav tm="51690">
                                          <p:val>
                                            <p:fltVal val="-195.1411"/>
                                          </p:val>
                                        </p:tav>
                                        <p:tav tm="52810">
                                          <p:val>
                                            <p:fltVal val="-207.6945"/>
                                          </p:val>
                                        </p:tav>
                                        <p:tav tm="53930">
                                          <p:val>
                                            <p:fltVal val="-219.77251"/>
                                          </p:val>
                                        </p:tav>
                                        <p:tav tm="55060">
                                          <p:val>
                                            <p:fltVal val="-231.4814"/>
                                          </p:val>
                                        </p:tav>
                                        <p:tav tm="56180">
                                          <p:val>
                                            <p:fltVal val="-242.91341"/>
                                          </p:val>
                                        </p:tav>
                                        <p:tav tm="57300">
                                          <p:val>
                                            <p:fltVal val="-253.8558"/>
                                          </p:val>
                                        </p:tav>
                                        <p:tav tm="58430">
                                          <p:val>
                                            <p:fltVal val="-264.40329"/>
                                          </p:val>
                                        </p:tav>
                                        <p:tav tm="59550">
                                          <p:val>
                                            <p:fltVal val="-274.63501"/>
                                          </p:val>
                                        </p:tav>
                                        <p:tav tm="60670">
                                          <p:val>
                                            <p:fltVal val="-284.35721"/>
                                          </p:val>
                                        </p:tav>
                                        <p:tav tm="61800">
                                          <p:val>
                                            <p:fltVal val="-293.6507"/>
                                          </p:val>
                                        </p:tav>
                                        <p:tav tm="62920">
                                          <p:val>
                                            <p:fltVal val="-302.57959"/>
                                          </p:val>
                                        </p:tav>
                                        <p:tav tm="64040">
                                          <p:val>
                                            <p:fltVal val="-310.96921"/>
                                          </p:val>
                                        </p:tav>
                                        <p:tav tm="65170">
                                          <p:val>
                                            <p:fltVal val="-318.88379"/>
                                          </p:val>
                                        </p:tav>
                                        <p:tav tm="66290">
                                          <p:val>
                                            <p:fltVal val="-326.36801"/>
                                          </p:val>
                                        </p:tav>
                                        <p:tav tm="67420">
                                          <p:val>
                                            <p:fltVal val="-333.26511"/>
                                          </p:val>
                                        </p:tav>
                                        <p:tav tm="68540">
                                          <p:val>
                                            <p:fltVal val="-339.6712"/>
                                          </p:val>
                                        </p:tav>
                                        <p:tav tm="69660">
                                          <p:val>
                                            <p:fltVal val="-345.43851"/>
                                          </p:val>
                                        </p:tav>
                                        <p:tav tm="70790">
                                          <p:val>
                                            <p:fltVal val="-350.58469"/>
                                          </p:val>
                                        </p:tav>
                                        <p:tav tm="71910">
                                          <p:val>
                                            <p:fltVal val="-355.09189"/>
                                          </p:val>
                                        </p:tav>
                                        <p:tav tm="73030">
                                          <p:val>
                                            <p:fltVal val="-358.80179"/>
                                          </p:val>
                                        </p:tav>
                                        <p:tav tm="74160">
                                          <p:val>
                                            <p:fltVal val="-361.63531"/>
                                          </p:val>
                                        </p:tav>
                                        <p:tav tm="75280">
                                          <p:val>
                                            <p:fltVal val="-363.345"/>
                                          </p:val>
                                        </p:tav>
                                        <p:tav tm="76400">
                                          <p:val>
                                            <p:fltVal val="-363.4978"/>
                                          </p:val>
                                        </p:tav>
                                        <p:tav tm="77530">
                                          <p:val>
                                            <p:fltVal val="-363.47061"/>
                                          </p:val>
                                        </p:tav>
                                        <p:tav tm="78650">
                                          <p:val>
                                            <p:fltVal val="-363.38339"/>
                                          </p:val>
                                        </p:tav>
                                        <p:tav tm="79780">
                                          <p:val>
                                            <p:fltVal val="-363.20349"/>
                                          </p:val>
                                        </p:tav>
                                        <p:tav tm="80900">
                                          <p:val>
                                            <p:fltVal val="-362.8963"/>
                                          </p:val>
                                        </p:tav>
                                        <p:tav tm="82020">
                                          <p:val>
                                            <p:fltVal val="-362.4227"/>
                                          </p:val>
                                        </p:tav>
                                        <p:tav tm="83150">
                                          <p:val>
                                            <p:fltVal val="-361.7569"/>
                                          </p:val>
                                        </p:tav>
                                        <p:tav tm="84270">
                                          <p:val>
                                            <p:fltVal val="-361.0874"/>
                                          </p:val>
                                        </p:tav>
                                        <p:tav tm="85390">
                                          <p:val>
                                            <p:fltVal val="-360.6105"/>
                                          </p:val>
                                        </p:tav>
                                        <p:tav tm="86520">
                                          <p:val>
                                            <p:fltVal val="-360.30069"/>
                                          </p:val>
                                        </p:tav>
                                        <p:tav tm="87640">
                                          <p:val>
                                            <p:fltVal val="-360.1188"/>
                                          </p:val>
                                        </p:tav>
                                        <p:tav tm="88760">
                                          <p:val>
                                            <p:fltVal val="-360.03021"/>
                                          </p:val>
                                        </p:tav>
                                        <p:tav tm="89890">
                                          <p:val>
                                            <p:fltVal val="-360.00229"/>
                                          </p:val>
                                        </p:tav>
                                        <p:tav tm="91010">
                                          <p:val>
                                            <p:fltVal val="-360"/>
                                          </p:val>
                                        </p:tav>
                                        <p:tav tm="92130">
                                          <p:val>
                                            <p:fltVal val="-360"/>
                                          </p:val>
                                        </p:tav>
                                        <p:tav tm="93260">
                                          <p:val>
                                            <p:fltVal val="-360"/>
                                          </p:val>
                                        </p:tav>
                                        <p:tav tm="94380">
                                          <p:val>
                                            <p:fltVal val="-360"/>
                                          </p:val>
                                        </p:tav>
                                        <p:tav tm="95510">
                                          <p:val>
                                            <p:fltVal val="-360"/>
                                          </p:val>
                                        </p:tav>
                                        <p:tav tm="96630">
                                          <p:val>
                                            <p:fltVal val="-360"/>
                                          </p:val>
                                        </p:tav>
                                        <p:tav tm="97750">
                                          <p:val>
                                            <p:fltVal val="-360"/>
                                          </p:val>
                                        </p:tav>
                                        <p:tav tm="9888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-36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sum">
                                        <p:cTn id="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3d.view.translation.y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120">
                                          <p:val>
                                            <p:fltVal val="0"/>
                                          </p:val>
                                        </p:tav>
                                        <p:tav tm="2250">
                                          <p:val>
                                            <p:fltVal val="-10E-5"/>
                                          </p:val>
                                        </p:tav>
                                        <p:tav tm="3370">
                                          <p:val>
                                            <p:fltVal val="-0.0004"/>
                                          </p:val>
                                        </p:tav>
                                        <p:tav tm="4490">
                                          <p:val>
                                            <p:fltVal val="-0.0011"/>
                                          </p:val>
                                        </p:tav>
                                        <p:tav tm="5620">
                                          <p:val>
                                            <p:fltVal val="-0.0021"/>
                                          </p:val>
                                        </p:tav>
                                        <p:tav tm="6740">
                                          <p:val>
                                            <p:fltVal val="-0.0037"/>
                                          </p:val>
                                        </p:tav>
                                        <p:tav tm="7870">
                                          <p:val>
                                            <p:fltVal val="-0.0059"/>
                                          </p:val>
                                        </p:tav>
                                        <p:tav tm="8990">
                                          <p:val>
                                            <p:fltVal val="-0.0088"/>
                                          </p:val>
                                        </p:tav>
                                        <p:tav tm="10110">
                                          <p:val>
                                            <p:fltVal val="-0.0125"/>
                                          </p:val>
                                        </p:tav>
                                        <p:tav tm="11240">
                                          <p:val>
                                            <p:fltVal val="-0.0162"/>
                                          </p:val>
                                        </p:tav>
                                        <p:tav tm="12360">
                                          <p:val>
                                            <p:fltVal val="-0.0191"/>
                                          </p:val>
                                        </p:tav>
                                        <p:tav tm="13480">
                                          <p:val>
                                            <p:fltVal val="-0.0213"/>
                                          </p:val>
                                        </p:tav>
                                        <p:tav tm="14610">
                                          <p:val>
                                            <p:fltVal val="-0.0228"/>
                                          </p:val>
                                        </p:tav>
                                        <p:tav tm="15730">
                                          <p:val>
                                            <p:fltVal val="-0.0239"/>
                                          </p:val>
                                        </p:tav>
                                        <p:tav tm="16850">
                                          <p:val>
                                            <p:fltVal val="-0.0245"/>
                                          </p:val>
                                        </p:tav>
                                        <p:tav tm="17980">
                                          <p:val>
                                            <p:fltVal val="-0.0248"/>
                                          </p:val>
                                        </p:tav>
                                        <p:tav tm="19100">
                                          <p:val>
                                            <p:fltVal val="-0.0249"/>
                                          </p:val>
                                        </p:tav>
                                        <p:tav tm="20220">
                                          <p:val>
                                            <p:fltVal val="-0.0249"/>
                                          </p:val>
                                        </p:tav>
                                        <p:tav tm="21350">
                                          <p:val>
                                            <p:fltVal val="-0.0248"/>
                                          </p:val>
                                        </p:tav>
                                        <p:tav tm="22470">
                                          <p:val>
                                            <p:fltVal val="-0.0241"/>
                                          </p:val>
                                        </p:tav>
                                        <p:tav tm="23600">
                                          <p:val>
                                            <p:fltVal val="-0.022"/>
                                          </p:val>
                                        </p:tav>
                                        <p:tav tm="24720">
                                          <p:val>
                                            <p:fltVal val="-0.0179"/>
                                          </p:val>
                                        </p:tav>
                                        <p:tav tm="25840">
                                          <p:val>
                                            <p:fltVal val="-0.0113"/>
                                          </p:val>
                                        </p:tav>
                                        <p:tav tm="26970">
                                          <p:val>
                                            <p:fltVal val="-0.0013"/>
                                          </p:val>
                                        </p:tav>
                                        <p:tav tm="28090">
                                          <p:val>
                                            <p:fltVal val="0.0124"/>
                                          </p:val>
                                        </p:tav>
                                        <p:tav tm="29210">
                                          <p:val>
                                            <p:fltVal val="0.0309"/>
                                          </p:val>
                                        </p:tav>
                                        <p:tav tm="30340">
                                          <p:val>
                                            <p:fltVal val="0.0546"/>
                                          </p:val>
                                        </p:tav>
                                        <p:tav tm="31460">
                                          <p:val>
                                            <p:fltVal val="0.0842"/>
                                          </p:val>
                                        </p:tav>
                                        <p:tav tm="32580">
                                          <p:val>
                                            <p:fltVal val="0.1204"/>
                                          </p:val>
                                        </p:tav>
                                        <p:tav tm="33710">
                                          <p:val>
                                            <p:fltVal val="0.1634"/>
                                          </p:val>
                                        </p:tav>
                                        <p:tav tm="34830">
                                          <p:val>
                                            <p:fltVal val="0.2145"/>
                                          </p:val>
                                        </p:tav>
                                        <p:tav tm="35960">
                                          <p:val>
                                            <p:fltVal val="0.2711"/>
                                          </p:val>
                                        </p:tav>
                                        <p:tav tm="37080">
                                          <p:val>
                                            <p:fltVal val="0.3207"/>
                                          </p:val>
                                        </p:tav>
                                        <p:tav tm="38200">
                                          <p:val>
                                            <p:fltVal val="0.3625"/>
                                          </p:val>
                                        </p:tav>
                                        <p:tav tm="39330">
                                          <p:val>
                                            <p:fltVal val="0.3973"/>
                                          </p:val>
                                        </p:tav>
                                        <p:tav tm="40450">
                                          <p:val>
                                            <p:fltVal val="0.4256"/>
                                          </p:val>
                                        </p:tav>
                                        <p:tav tm="41570">
                                          <p:val>
                                            <p:fltVal val="0.448"/>
                                          </p:val>
                                        </p:tav>
                                        <p:tav tm="42700">
                                          <p:val>
                                            <p:fltVal val="0.4655"/>
                                          </p:val>
                                        </p:tav>
                                        <p:tav tm="43820">
                                          <p:val>
                                            <p:fltVal val="0.4786"/>
                                          </p:val>
                                        </p:tav>
                                        <p:tav tm="44940">
                                          <p:val>
                                            <p:fltVal val="0.4878"/>
                                          </p:val>
                                        </p:tav>
                                        <p:tav tm="46070">
                                          <p:val>
                                            <p:fltVal val="0.4939"/>
                                          </p:val>
                                        </p:tav>
                                        <p:tav tm="47190">
                                          <p:val>
                                            <p:fltVal val="0.4975"/>
                                          </p:val>
                                        </p:tav>
                                        <p:tav tm="48310">
                                          <p:val>
                                            <p:fltVal val="0.4993"/>
                                          </p:val>
                                        </p:tav>
                                        <p:tav tm="49440">
                                          <p:val>
                                            <p:fltVal val="0.4999"/>
                                          </p:val>
                                        </p:tav>
                                        <p:tav tm="50560">
                                          <p:val>
                                            <p:fltVal val="0.4999"/>
                                          </p:val>
                                        </p:tav>
                                        <p:tav tm="51690">
                                          <p:val>
                                            <p:fltVal val="0.4998"/>
                                          </p:val>
                                        </p:tav>
                                        <p:tav tm="52810">
                                          <p:val>
                                            <p:fltVal val="0.4988"/>
                                          </p:val>
                                        </p:tav>
                                        <p:tav tm="53930">
                                          <p:val>
                                            <p:fltVal val="0.4965"/>
                                          </p:val>
                                        </p:tav>
                                        <p:tav tm="55060">
                                          <p:val>
                                            <p:fltVal val="0.4921"/>
                                          </p:val>
                                        </p:tav>
                                        <p:tav tm="56180">
                                          <p:val>
                                            <p:fltVal val="0.485"/>
                                          </p:val>
                                        </p:tav>
                                        <p:tav tm="57300">
                                          <p:val>
                                            <p:fltVal val="0.4746"/>
                                          </p:val>
                                        </p:tav>
                                        <p:tav tm="58430">
                                          <p:val>
                                            <p:fltVal val="0.4603"/>
                                          </p:val>
                                        </p:tav>
                                        <p:tav tm="59550">
                                          <p:val>
                                            <p:fltVal val="0.4411"/>
                                          </p:val>
                                        </p:tav>
                                        <p:tav tm="60670">
                                          <p:val>
                                            <p:fltVal val="0.4169"/>
                                          </p:val>
                                        </p:tav>
                                        <p:tav tm="61800">
                                          <p:val>
                                            <p:fltVal val="0.3868"/>
                                          </p:val>
                                        </p:tav>
                                        <p:tav tm="62920">
                                          <p:val>
                                            <p:fltVal val="0.3499"/>
                                          </p:val>
                                        </p:tav>
                                        <p:tav tm="64040">
                                          <p:val>
                                            <p:fltVal val="0.306"/>
                                          </p:val>
                                        </p:tav>
                                        <p:tav tm="65170">
                                          <p:val>
                                            <p:fltVal val="0.2544"/>
                                          </p:val>
                                        </p:tav>
                                        <p:tav tm="66290">
                                          <p:val>
                                            <p:fltVal val="0.1981"/>
                                          </p:val>
                                        </p:tav>
                                        <p:tav tm="67420">
                                          <p:val>
                                            <p:fltVal val="0.1498"/>
                                          </p:val>
                                        </p:tav>
                                        <p:tav tm="68540">
                                          <p:val>
                                            <p:fltVal val="0.1087"/>
                                          </p:val>
                                        </p:tav>
                                        <p:tav tm="69660">
                                          <p:val>
                                            <p:fltVal val="0.0748"/>
                                          </p:val>
                                        </p:tav>
                                        <p:tav tm="70790">
                                          <p:val>
                                            <p:fltVal val="0.0473"/>
                                          </p:val>
                                        </p:tav>
                                        <p:tav tm="71910">
                                          <p:val>
                                            <p:fltVal val="0.0251"/>
                                          </p:val>
                                        </p:tav>
                                        <p:tav tm="73030">
                                          <p:val>
                                            <p:fltVal val="0.0082"/>
                                          </p:val>
                                        </p:tav>
                                        <p:tav tm="74160">
                                          <p:val>
                                            <p:fltVal val="-0.0044"/>
                                          </p:val>
                                        </p:tav>
                                        <p:tav tm="75280">
                                          <p:val>
                                            <p:fltVal val="-0.0134"/>
                                          </p:val>
                                        </p:tav>
                                        <p:tav tm="76400">
                                          <p:val>
                                            <p:fltVal val="-0.0192"/>
                                          </p:val>
                                        </p:tav>
                                        <p:tav tm="77530">
                                          <p:val>
                                            <p:fltVal val="-0.0227"/>
                                          </p:val>
                                        </p:tav>
                                        <p:tav tm="78650">
                                          <p:val>
                                            <p:fltVal val="-0.0244"/>
                                          </p:val>
                                        </p:tav>
                                        <p:tav tm="79780">
                                          <p:val>
                                            <p:fltVal val="-0.0249"/>
                                          </p:val>
                                        </p:tav>
                                        <p:tav tm="80900">
                                          <p:val>
                                            <p:fltVal val="-0.0249"/>
                                          </p:val>
                                        </p:tav>
                                        <p:tav tm="82020">
                                          <p:val>
                                            <p:fltVal val="-0.0244"/>
                                          </p:val>
                                        </p:tav>
                                        <p:tav tm="83150">
                                          <p:val>
                                            <p:fltVal val="-0.0219"/>
                                          </p:val>
                                        </p:tav>
                                        <p:tav tm="84270">
                                          <p:val>
                                            <p:fltVal val="-0.0156"/>
                                          </p:val>
                                        </p:tav>
                                        <p:tav tm="85390">
                                          <p:val>
                                            <p:fltVal val="-0.0039"/>
                                          </p:val>
                                        </p:tav>
                                        <p:tav tm="86520">
                                          <p:val>
                                            <p:fltVal val="0.0104"/>
                                          </p:val>
                                        </p:tav>
                                        <p:tav tm="87640">
                                          <p:val>
                                            <p:fltVal val="0.0192"/>
                                          </p:val>
                                        </p:tav>
                                        <p:tav tm="88760">
                                          <p:val>
                                            <p:fltVal val="0.0235"/>
                                          </p:val>
                                        </p:tav>
                                        <p:tav tm="89890">
                                          <p:val>
                                            <p:fltVal val="0.0248"/>
                                          </p:val>
                                        </p:tav>
                                        <p:tav tm="91010">
                                          <p:val>
                                            <p:fltVal val="0.0249"/>
                                          </p:val>
                                        </p:tav>
                                        <p:tav tm="92130">
                                          <p:val>
                                            <p:fltVal val="0.0247"/>
                                          </p:val>
                                        </p:tav>
                                        <p:tav tm="93260">
                                          <p:val>
                                            <p:fltVal val="0.0234"/>
                                          </p:val>
                                        </p:tav>
                                        <p:tav tm="94380">
                                          <p:val>
                                            <p:fltVal val="0.0202"/>
                                          </p:val>
                                        </p:tav>
                                        <p:tav tm="95510">
                                          <p:val>
                                            <p:fltVal val="0.0143"/>
                                          </p:val>
                                        </p:tav>
                                        <p:tav tm="96630">
                                          <p:val>
                                            <p:fltVal val="0.0071"/>
                                          </p:val>
                                        </p:tav>
                                        <p:tav tm="97750">
                                          <p:val>
                                            <p:fltVal val="0.0027"/>
                                          </p:val>
                                        </p:tav>
                                        <p:tav tm="98880">
                                          <p:val>
                                            <p:fltVal val="0.0007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0.9999"/>
                                          </p:val>
                                        </p:tav>
                                        <p:tav tm="2250">
                                          <p:val>
                                            <p:fltVal val="0.9994"/>
                                          </p:val>
                                        </p:tav>
                                        <p:tav tm="3370">
                                          <p:val>
                                            <p:fltVal val="0.9981"/>
                                          </p:val>
                                        </p:tav>
                                        <p:tav tm="4490">
                                          <p:val>
                                            <p:fltVal val="0.9955"/>
                                          </p:val>
                                        </p:tav>
                                        <p:tav tm="5620">
                                          <p:val>
                                            <p:fltVal val="0.9913"/>
                                          </p:val>
                                        </p:tav>
                                        <p:tav tm="6740">
                                          <p:val>
                                            <p:fltVal val="0.985"/>
                                          </p:val>
                                        </p:tav>
                                        <p:tav tm="7870">
                                          <p:val>
                                            <p:fltVal val="0.9763"/>
                                          </p:val>
                                        </p:tav>
                                        <p:tav tm="8990">
                                          <p:val>
                                            <p:fltVal val="0.9646"/>
                                          </p:val>
                                        </p:tav>
                                        <p:tav tm="10110">
                                          <p:val>
                                            <p:fltVal val="0.9497"/>
                                          </p:val>
                                        </p:tav>
                                        <p:tav tm="11240">
                                          <p:val>
                                            <p:fltVal val="0.9348"/>
                                          </p:val>
                                        </p:tav>
                                        <p:tav tm="12360">
                                          <p:val>
                                            <p:fltVal val="0.9232"/>
                                          </p:val>
                                        </p:tav>
                                        <p:tav tm="13480">
                                          <p:val>
                                            <p:fltVal val="0.9146"/>
                                          </p:val>
                                        </p:tav>
                                        <p:tav tm="14610">
                                          <p:val>
                                            <p:fltVal val="0.9084"/>
                                          </p:val>
                                        </p:tav>
                                        <p:tav tm="15730">
                                          <p:val>
                                            <p:fltVal val="0.9042"/>
                                          </p:val>
                                        </p:tav>
                                        <p:tav tm="16850">
                                          <p:val>
                                            <p:fltVal val="0.9017"/>
                                          </p:val>
                                        </p:tav>
                                        <p:tav tm="17980">
                                          <p:val>
                                            <p:fltVal val="0.9005"/>
                                          </p:val>
                                        </p:tav>
                                        <p:tav tm="19100">
                                          <p:val>
                                            <p:fltVal val="0.9"/>
                                          </p:val>
                                        </p:tav>
                                        <p:tav tm="20220">
                                          <p:val>
                                            <p:fltVal val="0.8999"/>
                                          </p:val>
                                        </p:tav>
                                        <p:tav tm="21350">
                                          <p:val>
                                            <p:fltVal val="0.9006"/>
                                          </p:val>
                                        </p:tav>
                                        <p:tav tm="22470">
                                          <p:val>
                                            <p:fltVal val="0.9046"/>
                                          </p:val>
                                        </p:tav>
                                        <p:tav tm="23600">
                                          <p:val>
                                            <p:fltVal val="0.9153"/>
                                          </p:val>
                                        </p:tav>
                                        <p:tav tm="24720">
                                          <p:val>
                                            <p:fltVal val="0.9362"/>
                                          </p:val>
                                        </p:tav>
                                        <p:tav tm="25840">
                                          <p:val>
                                            <p:fltVal val="0.9659"/>
                                          </p:val>
                                        </p:tav>
                                        <p:tav tm="26970">
                                          <p:val>
                                            <p:fltVal val="0.9858"/>
                                          </p:val>
                                        </p:tav>
                                        <p:tav tm="28090">
                                          <p:val>
                                            <p:fltVal val="0.9959"/>
                                          </p:val>
                                        </p:tav>
                                        <p:tav tm="29210">
                                          <p:val>
                                            <p:fltVal val="0.9995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0.9998"/>
                                          </p:val>
                                        </p:tav>
                                        <p:tav tm="68540">
                                          <p:val>
                                            <p:fltVal val="0.9987"/>
                                          </p:val>
                                        </p:tav>
                                        <p:tav tm="69660">
                                          <p:val>
                                            <p:fltVal val="0.9955"/>
                                          </p:val>
                                        </p:tav>
                                        <p:tav tm="70790">
                                          <p:val>
                                            <p:fltVal val="0.9888"/>
                                          </p:val>
                                        </p:tav>
                                        <p:tav tm="71910">
                                          <p:val>
                                            <p:fltVal val="0.9775"/>
                                          </p:val>
                                        </p:tav>
                                        <p:tav tm="73030">
                                          <p:val>
                                            <p:fltVal val="0.9605"/>
                                          </p:val>
                                        </p:tav>
                                        <p:tav tm="74160">
                                          <p:val>
                                            <p:fltVal val="0.9385"/>
                                          </p:val>
                                        </p:tav>
                                        <p:tav tm="75280">
                                          <p:val>
                                            <p:fltVal val="0.9217"/>
                                          </p:val>
                                        </p:tav>
                                        <p:tav tm="76400">
                                          <p:val>
                                            <p:fltVal val="0.9107"/>
                                          </p:val>
                                        </p:tav>
                                        <p:tav tm="77530">
                                          <p:val>
                                            <p:fltVal val="0.9042"/>
                                          </p:val>
                                        </p:tav>
                                        <p:tav tm="78650">
                                          <p:val>
                                            <p:fltVal val="0.901"/>
                                          </p:val>
                                        </p:tav>
                                        <p:tav tm="79780">
                                          <p:val>
                                            <p:fltVal val="0.9"/>
                                          </p:val>
                                        </p:tav>
                                        <p:tav tm="80900">
                                          <p:val>
                                            <p:fltVal val="0.9"/>
                                          </p:val>
                                        </p:tav>
                                        <p:tav tm="82020">
                                          <p:val>
                                            <p:fltVal val="0.901"/>
                                          </p:val>
                                        </p:tav>
                                        <p:tav tm="83150">
                                          <p:val>
                                            <p:fltVal val="0.9061"/>
                                          </p:val>
                                        </p:tav>
                                        <p:tav tm="84270">
                                          <p:val>
                                            <p:fltVal val="0.9186"/>
                                          </p:val>
                                        </p:tav>
                                        <p:tav tm="85390">
                                          <p:val>
                                            <p:fltVal val="0.942"/>
                                          </p:val>
                                        </p:tav>
                                        <p:tav tm="86520">
                                          <p:val>
                                            <p:fltVal val="0.9709"/>
                                          </p:val>
                                        </p:tav>
                                        <p:tav tm="87640">
                                          <p:val>
                                            <p:fltVal val="0.9885"/>
                                          </p:val>
                                        </p:tav>
                                        <p:tav tm="88760">
                                          <p:val>
                                            <p:fltVal val="0.997"/>
                                          </p:val>
                                        </p:tav>
                                        <p:tav tm="89890">
                                          <p:val>
                                            <p:fltVal val="0.9997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3d.view.scale.z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120">
                                          <p:val>
                                            <p:fltVal val="1"/>
                                          </p:val>
                                        </p:tav>
                                        <p:tav tm="2250">
                                          <p:val>
                                            <p:fltVal val="1.0002"/>
                                          </p:val>
                                        </p:tav>
                                        <p:tav tm="3370">
                                          <p:val>
                                            <p:fltVal val="1.0009"/>
                                          </p:val>
                                        </p:tav>
                                        <p:tav tm="4490">
                                          <p:val>
                                            <p:fltVal val="1.0023"/>
                                          </p:val>
                                        </p:tav>
                                        <p:tav tm="5620">
                                          <p:val>
                                            <p:fltVal val="1.0046"/>
                                          </p:val>
                                        </p:tav>
                                        <p:tav tm="6740">
                                          <p:val>
                                            <p:fltVal val="1.008"/>
                                          </p:val>
                                        </p:tav>
                                        <p:tav tm="7870">
                                          <p:val>
                                            <p:fltVal val="1.0127"/>
                                          </p:val>
                                        </p:tav>
                                        <p:tav tm="8990">
                                          <p:val>
                                            <p:fltVal val="1.019"/>
                                          </p:val>
                                        </p:tav>
                                        <p:tav tm="10110">
                                          <p:val>
                                            <p:fltVal val="1.0271"/>
                                          </p:val>
                                        </p:tav>
                                        <p:tav tm="11240">
                                          <p:val>
                                            <p:fltVal val="1.0351"/>
                                          </p:val>
                                        </p:tav>
                                        <p:tav tm="12360">
                                          <p:val>
                                            <p:fltVal val="1.0414"/>
                                          </p:val>
                                        </p:tav>
                                        <p:tav tm="13480">
                                          <p:val>
                                            <p:fltVal val="1.046"/>
                                          </p:val>
                                        </p:tav>
                                        <p:tav tm="14610">
                                          <p:val>
                                            <p:fltVal val="1.0494"/>
                                          </p:val>
                                        </p:tav>
                                        <p:tav tm="15730">
                                          <p:val>
                                            <p:fltVal val="1.0516"/>
                                          </p:val>
                                        </p:tav>
                                        <p:tav tm="16850">
                                          <p:val>
                                            <p:fltVal val="1.053"/>
                                          </p:val>
                                        </p:tav>
                                        <p:tav tm="17980">
                                          <p:val>
                                            <p:fltVal val="1.0537"/>
                                          </p:val>
                                        </p:tav>
                                        <p:tav tm="19100">
                                          <p:val>
                                            <p:fltVal val="1.0539"/>
                                          </p:val>
                                        </p:tav>
                                        <p:tav tm="20220">
                                          <p:val>
                                            <p:fltVal val="1.054"/>
                                          </p:val>
                                        </p:tav>
                                        <p:tav tm="21350">
                                          <p:val>
                                            <p:fltVal val="1.0536"/>
                                          </p:val>
                                        </p:tav>
                                        <p:tav tm="22470">
                                          <p:val>
                                            <p:fltVal val="1.0515"/>
                                          </p:val>
                                        </p:tav>
                                        <p:tav tm="23600">
                                          <p:val>
                                            <p:fltVal val="1.0457"/>
                                          </p:val>
                                        </p:tav>
                                        <p:tav tm="24720">
                                          <p:val>
                                            <p:fltVal val="1.0344"/>
                                          </p:val>
                                        </p:tav>
                                        <p:tav tm="25840">
                                          <p:val>
                                            <p:fltVal val="1.0183"/>
                                          </p:val>
                                        </p:tav>
                                        <p:tav tm="26970">
                                          <p:val>
                                            <p:fltVal val="1.0076"/>
                                          </p:val>
                                        </p:tav>
                                        <p:tav tm="28090">
                                          <p:val>
                                            <p:fltVal val="1.0021"/>
                                          </p:val>
                                        </p:tav>
                                        <p:tav tm="29210">
                                          <p:val>
                                            <p:fltVal val="1.0002"/>
                                          </p:val>
                                        </p:tav>
                                        <p:tav tm="30340">
                                          <p:val>
                                            <p:fltVal val="1"/>
                                          </p:val>
                                        </p:tav>
                                        <p:tav tm="31460">
                                          <p:val>
                                            <p:fltVal val="1"/>
                                          </p:val>
                                        </p:tav>
                                        <p:tav tm="32580">
                                          <p:val>
                                            <p:fltVal val="1"/>
                                          </p:val>
                                        </p:tav>
                                        <p:tav tm="33710">
                                          <p:val>
                                            <p:fltVal val="1"/>
                                          </p:val>
                                        </p:tav>
                                        <p:tav tm="34830">
                                          <p:val>
                                            <p:fltVal val="1"/>
                                          </p:val>
                                        </p:tav>
                                        <p:tav tm="35960">
                                          <p:val>
                                            <p:fltVal val="1"/>
                                          </p:val>
                                        </p:tav>
                                        <p:tav tm="37080">
                                          <p:val>
                                            <p:fltVal val="1"/>
                                          </p:val>
                                        </p:tav>
                                        <p:tav tm="38200">
                                          <p:val>
                                            <p:fltVal val="1"/>
                                          </p:val>
                                        </p:tav>
                                        <p:tav tm="39330">
                                          <p:val>
                                            <p:fltVal val="1"/>
                                          </p:val>
                                        </p:tav>
                                        <p:tav tm="40450">
                                          <p:val>
                                            <p:fltVal val="1"/>
                                          </p:val>
                                        </p:tav>
                                        <p:tav tm="41570">
                                          <p:val>
                                            <p:fltVal val="1"/>
                                          </p:val>
                                        </p:tav>
                                        <p:tav tm="42700">
                                          <p:val>
                                            <p:fltVal val="1"/>
                                          </p:val>
                                        </p:tav>
                                        <p:tav tm="43820">
                                          <p:val>
                                            <p:fltVal val="1"/>
                                          </p:val>
                                        </p:tav>
                                        <p:tav tm="44940">
                                          <p:val>
                                            <p:fltVal val="1"/>
                                          </p:val>
                                        </p:tav>
                                        <p:tav tm="46070">
                                          <p:val>
                                            <p:fltVal val="1"/>
                                          </p:val>
                                        </p:tav>
                                        <p:tav tm="47190">
                                          <p:val>
                                            <p:fltVal val="1"/>
                                          </p:val>
                                        </p:tav>
                                        <p:tav tm="48310">
                                          <p:val>
                                            <p:fltVal val="1"/>
                                          </p:val>
                                        </p:tav>
                                        <p:tav tm="49440">
                                          <p:val>
                                            <p:fltVal val="1"/>
                                          </p:val>
                                        </p:tav>
                                        <p:tav tm="50560">
                                          <p:val>
                                            <p:fltVal val="1"/>
                                          </p:val>
                                        </p:tav>
                                        <p:tav tm="51690">
                                          <p:val>
                                            <p:fltVal val="1"/>
                                          </p:val>
                                        </p:tav>
                                        <p:tav tm="52810">
                                          <p:val>
                                            <p:fltVal val="1"/>
                                          </p:val>
                                        </p:tav>
                                        <p:tav tm="53930">
                                          <p:val>
                                            <p:fltVal val="1"/>
                                          </p:val>
                                        </p:tav>
                                        <p:tav tm="55060">
                                          <p:val>
                                            <p:fltVal val="1"/>
                                          </p:val>
                                        </p:tav>
                                        <p:tav tm="56180">
                                          <p:val>
                                            <p:fltVal val="1"/>
                                          </p:val>
                                        </p:tav>
                                        <p:tav tm="57300">
                                          <p:val>
                                            <p:fltVal val="1"/>
                                          </p:val>
                                        </p:tav>
                                        <p:tav tm="58430">
                                          <p:val>
                                            <p:fltVal val="1"/>
                                          </p:val>
                                        </p:tav>
                                        <p:tav tm="59550">
                                          <p:val>
                                            <p:fltVal val="1"/>
                                          </p:val>
                                        </p:tav>
                                        <p:tav tm="60670">
                                          <p:val>
                                            <p:fltVal val="1"/>
                                          </p:val>
                                        </p:tav>
                                        <p:tav tm="61800">
                                          <p:val>
                                            <p:fltVal val="1"/>
                                          </p:val>
                                        </p:tav>
                                        <p:tav tm="62920">
                                          <p:val>
                                            <p:fltVal val="1"/>
                                          </p:val>
                                        </p:tav>
                                        <p:tav tm="64040">
                                          <p:val>
                                            <p:fltVal val="1"/>
                                          </p:val>
                                        </p:tav>
                                        <p:tav tm="65170">
                                          <p:val>
                                            <p:fltVal val="1"/>
                                          </p:val>
                                        </p:tav>
                                        <p:tav tm="66290">
                                          <p:val>
                                            <p:fltVal val="1"/>
                                          </p:val>
                                        </p:tav>
                                        <p:tav tm="67420">
                                          <p:val>
                                            <p:fltVal val="1"/>
                                          </p:val>
                                        </p:tav>
                                        <p:tav tm="68540">
                                          <p:val>
                                            <p:fltVal val="1.0006"/>
                                          </p:val>
                                        </p:tav>
                                        <p:tav tm="69660">
                                          <p:val>
                                            <p:fltVal val="1.0024"/>
                                          </p:val>
                                        </p:tav>
                                        <p:tav tm="70790">
                                          <p:val>
                                            <p:fltVal val="1.006"/>
                                          </p:val>
                                        </p:tav>
                                        <p:tav tm="71910">
                                          <p:val>
                                            <p:fltVal val="1.0121"/>
                                          </p:val>
                                        </p:tav>
                                        <p:tav tm="73030">
                                          <p:val>
                                            <p:fltVal val="1.0213"/>
                                          </p:val>
                                        </p:tav>
                                        <p:tav tm="74160">
                                          <p:val>
                                            <p:fltVal val="1.0331"/>
                                          </p:val>
                                        </p:tav>
                                        <p:tav tm="75280">
                                          <p:val>
                                            <p:fltVal val="1.0422"/>
                                          </p:val>
                                        </p:tav>
                                        <p:tav tm="76400">
                                          <p:val>
                                            <p:fltVal val="1.0482"/>
                                          </p:val>
                                        </p:tav>
                                        <p:tav tm="77530">
                                          <p:val>
                                            <p:fltVal val="1.0516"/>
                                          </p:val>
                                        </p:tav>
                                        <p:tav tm="78650">
                                          <p:val>
                                            <p:fltVal val="1.0534"/>
                                          </p:val>
                                        </p:tav>
                                        <p:tav tm="79780">
                                          <p:val>
                                            <p:fltVal val="1.0539"/>
                                          </p:val>
                                        </p:tav>
                                        <p:tav tm="80900">
                                          <p:val>
                                            <p:fltVal val="1.0539"/>
                                          </p:val>
                                        </p:tav>
                                        <p:tav tm="82020">
                                          <p:val>
                                            <p:fltVal val="1.0534"/>
                                          </p:val>
                                        </p:tav>
                                        <p:tav tm="83150">
                                          <p:val>
                                            <p:fltVal val="1.0506"/>
                                          </p:val>
                                        </p:tav>
                                        <p:tav tm="84270">
                                          <p:val>
                                            <p:fltVal val="1.0439"/>
                                          </p:val>
                                        </p:tav>
                                        <p:tav tm="85390">
                                          <p:val>
                                            <p:fltVal val="1.0312"/>
                                          </p:val>
                                        </p:tav>
                                        <p:tav tm="86520">
                                          <p:val>
                                            <p:fltVal val="1.0156"/>
                                          </p:val>
                                        </p:tav>
                                        <p:tav tm="87640">
                                          <p:val>
                                            <p:fltVal val="1.0061"/>
                                          </p:val>
                                        </p:tav>
                                        <p:tav tm="88760">
                                          <p:val>
                                            <p:fltVal val="1.0015"/>
                                          </p:val>
                                        </p:tav>
                                        <p:tav tm="89890">
                                          <p:val>
                                            <p:fltVal val="1.0001"/>
                                          </p:val>
                                        </p:tav>
                                        <p:tav tm="91010">
                                          <p:val>
                                            <p:fltVal val="1"/>
                                          </p:val>
                                        </p:tav>
                                        <p:tav tm="92130">
                                          <p:val>
                                            <p:fltVal val="1"/>
                                          </p:val>
                                        </p:tav>
                                        <p:tav tm="93260">
                                          <p:val>
                                            <p:fltVal val="1"/>
                                          </p:val>
                                        </p:tav>
                                        <p:tav tm="94380">
                                          <p:val>
                                            <p:fltVal val="1"/>
                                          </p:val>
                                        </p:tav>
                                        <p:tav tm="95510">
                                          <p:val>
                                            <p:fltVal val="1"/>
                                          </p:val>
                                        </p:tav>
                                        <p:tav tm="96630">
                                          <p:val>
                                            <p:fltVal val="1"/>
                                          </p:val>
                                        </p:tav>
                                        <p:tav tm="97750">
                                          <p:val>
                                            <p:fltVal val="1"/>
                                          </p:val>
                                        </p:tav>
                                        <p:tav tm="9888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6" dur="20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172</Words>
  <Application>Microsoft Office PowerPoint</Application>
  <PresentationFormat>On-screen Show (16:9)</PresentationFormat>
  <Paragraphs>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Arial</vt:lpstr>
      <vt:lpstr>PT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PptxGenJS</dc:creator>
  <cp:lastModifiedBy>Виктор М. Михайлов</cp:lastModifiedBy>
  <cp:revision>15</cp:revision>
  <dcterms:created xsi:type="dcterms:W3CDTF">2026-01-15T12:11:17Z</dcterms:created>
  <dcterms:modified xsi:type="dcterms:W3CDTF">2026-03-28T01:18:38Z</dcterms:modified>
</cp:coreProperties>
</file>